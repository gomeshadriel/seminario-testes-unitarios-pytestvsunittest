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94560"/>
            <a:ext cx="10543032" cy="1965960"/>
          </a:xfrm>
          <a:prstGeom prst="roundRect">
            <a:avLst>
              <a:gd name="adj" fmla="val 5581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450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</a:t>
            </a:r>
            <a:pPr indent="0" marL="0">
              <a:buNone/>
            </a:pPr>
            <a:r>
              <a:rPr lang="en-US" sz="200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999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passed</a:t>
            </a:r>
            <a:pPr indent="0" marL="0">
              <a:buNone/>
            </a:pPr>
            <a:r>
              <a:rPr lang="en-US" sz="160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0.01s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9144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Unitários em Python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unittest</a:t>
            </a:r>
            <a:pPr algn="l" indent="0" marL="0">
              <a:buNone/>
            </a:pPr>
            <a:r>
              <a:rPr lang="en-US" sz="2800" dirty="0">
                <a:solidFill>
                  <a:srgbClr val="9AA5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algn="l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01 · Seminário  —  Comparação de bibliotecas de testes unitários em uma mesma linguagem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62356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5623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por:  </a:t>
            </a:r>
            <a:pPr algn="l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Hadriel Correia Gomes</a:t>
            </a:r>
            <a:pPr algn="l" indent="0" marL="0">
              <a:buNone/>
            </a:pPr>
            <a:r>
              <a:rPr lang="en-US" sz="1400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(RA 326127495)   ·   </a:t>
            </a:r>
            <a:pPr algn="l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Júlia de Souza Aguiar</a:t>
            </a:r>
            <a:pPr algn="l" indent="0" marL="0">
              <a:buNone/>
            </a:pPr>
            <a:r>
              <a:rPr lang="en-US" sz="1400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(RA 32328729)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 testes unitários?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que verifica, de forma automatizada, se cada componente do código (função, método, classe) se comporta como esperado — isoladamente dos demais.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944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erros cedo, antes da integração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758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511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o comportamento esperado do código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4281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078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segurança para refatorar sem quebrar nada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 por linguagem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unittest, Pytest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JUnit, TestNG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Mocha, Jest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(C#)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xUnit, NUnit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E2E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4343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Cypress, Playwright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desta apresentação: duas bibliotecas de Python — unittest e Pytest.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nativa da linguagem Python (módulo da standard library), inspirada no JUnit e baseada em classes.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EAF7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positivos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803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vem com o Python — não precisa instalar nada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38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orientada a objetos, familiar a quem já usou JUnit/NUnit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97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1970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madura, estável e amplamente documentada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554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554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integração com ferramentas de CI antigas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8ED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negativos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8803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mais verbosa (classes, métodos assertXxx)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38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limitadas: apenas setUp/tearDown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197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1970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falha menos detalhadas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8554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8554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Parametrização de testes não é nativa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uso — unittest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92240" cy="4937760"/>
          </a:xfrm>
          <a:prstGeom prst="roundRect">
            <a:avLst>
              <a:gd name="adj" fmla="val 1481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test_soma.py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5943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unittest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operacoes import soma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TestSoma(unittest.TestCase):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test_soma_positivos(self):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soma(2, 3), 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test_soma_negativos(self):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soma(-1, -1), -2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'__main__':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unittest.main()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188720"/>
            <a:ext cx="4389120" cy="2331720"/>
          </a:xfrm>
          <a:prstGeom prst="roundRect">
            <a:avLst>
              <a:gd name="adj" fmla="val 3137"/>
            </a:avLst>
          </a:prstGeom>
          <a:solidFill>
            <a:srgbClr val="1E262C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no terminal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unittest test_soma.py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2 tests in 0.001s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3703320"/>
            <a:ext cx="4389120" cy="2423160"/>
          </a:xfrm>
          <a:prstGeom prst="roundRect">
            <a:avLst>
              <a:gd name="adj" fmla="val 3019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implementação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2062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classe herdando de TestCase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681728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via métodos: assertEqual, assertTrue...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515721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5157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Execução: python -m unittest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5632704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5632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resumida (pontos e resumo final)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terceiros, instalado via pip, com sintaxe enxuta baseada em funções e no assert nativo do Python.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EAF7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positivos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803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simples: funções com assert comum do Python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38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poderosas e reutilizáveis (@pytest.fixture)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97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1970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Parametrização nativa de testes (@pytest.mark.parametrize)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554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554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falha detalhadas e grande ecossistema de plugins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8ED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negativos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8803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vem embutido — precisa instalar (pip install pytest)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38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5387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o assert internamente ('magic'), o que pode confundir iniciantes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197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1970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rígido estruturalmente, exigindo disciplina do time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8554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8554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extra para fixtures avançadas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uso — pytest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92240" cy="4937760"/>
          </a:xfrm>
          <a:prstGeom prst="roundRect">
            <a:avLst>
              <a:gd name="adj" fmla="val 1481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test_soma.py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5943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operacoes import soma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test_soma_positivos():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soma(2, 3) == 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test_soma_negativos():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soma(-1, -1) == -2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parametrização nativa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"a,b,esperado",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[(2, 3, 5), (-1, -1, -2)]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test_soma_parametrizado(a, b, esperado):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soma(a, b) == esperado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188720"/>
            <a:ext cx="4389120" cy="2331720"/>
          </a:xfrm>
          <a:prstGeom prst="roundRect">
            <a:avLst>
              <a:gd name="adj" fmla="val 3137"/>
            </a:avLst>
          </a:prstGeom>
          <a:solidFill>
            <a:srgbClr val="1E262C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no terminal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test_soma.py -v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test_soma_positivos PASSED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test_soma_negativos PASSED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test_soma_parametrizado[2-3-5] PASSED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test_soma_parametrizado[-1--1--2] PASSED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 4 passed in 0.02s ====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3703320"/>
            <a:ext cx="4389120" cy="2423160"/>
          </a:xfrm>
          <a:prstGeom prst="roundRect">
            <a:avLst>
              <a:gd name="adj" fmla="val 3019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implementação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2062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classe: funções soltas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681728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681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nativo do Python, sem métodos especiais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515721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5157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Execução: pytest (descoberta automática)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5632704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5632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verbosa e legível, com diffs detalhados em falhas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direta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137392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8620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23444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137392" cy="6217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7373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library (nativo)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1737360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Pacote externo (pip install)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111373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3591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35915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Baseada em classes (TestCase)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59152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Baseada em funções simples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137392" cy="6217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8094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de verificação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980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self.assertEqual(a, b)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80944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 ==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111373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60273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6027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3602736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11137392" cy="6217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2452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Parametrização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42245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/ repetição de métodos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224528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 nativo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13739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8463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em caso de falha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48463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 básica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846320"/>
            <a:ext cx="3502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detalhado do valor esperado x obtido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unittest quando...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3774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evitar dependências externas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0632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já conhece bem estrutura JUnit-like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49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é pequeno ou legado, sem pytest instalado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D363E"/>
          </a:solidFill>
          <a:ln w="12700">
            <a:solidFill>
              <a:srgbClr val="4650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pytest quando...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23774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código de teste mais limpo e produtivo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063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30632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fixtures e parametrização avançadas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749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é novo e pode instalar dependências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muitos projetos usam pytest como executor mesmo para testes escritos com unittest — as duas abordagens são compatíveis.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Prática 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Seminário - Testes Unitários</dc:creator>
  <cp:lastModifiedBy>Seminário - Testes Unitários</cp:lastModifiedBy>
  <cp:revision>1</cp:revision>
  <dcterms:created xsi:type="dcterms:W3CDTF">2026-09-11T19:16:36Z</dcterms:created>
  <dcterms:modified xsi:type="dcterms:W3CDTF">2026-09-11T19:16:36Z</dcterms:modified>
</cp:coreProperties>
</file>